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Saludo breve: nombre, rol y objetivo: presentar el sistema en 5 minutos.</a:t>
            </a:r>
          </a:p>
          <a:p>
            <a:r>
              <a:t>Di: 'Esta herramienta centraliza la gestión clínica: pacientes, consultas y recetas, permitiendo un seguimiento fácil y seguro de la atención.'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Repasar agenda rápidamente. Mantener tiempos.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en ~40s: qué problema resuelve: evita papeles dispersos, mejora trazabilidad y permite búsquedas y reportes rápidos. Ejemplo: encontrar historial y medicación en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Narrar un flujo en ~70s: iniciar sesión como profesional, buscar paciente por nombre o documento, abrir ficha, completar evolución (síntomas, signos), adjuntar exámenes, generar receta y cerrar la consulta. Comentar validaciones (campos obligatorios) y tiempos de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Resaltar en ~50s las garantías: datos validados en servidor, protección CSRF, contraseñas hasheadas. Explicar cómo se usan migrations y seeders para preparar entornos de prueba.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en blanco: cambiar a navegador y realizar demo en vivo (login→dashboard→abrir paciente→crear consulta). Sugerencia: mostrar 3 acciones rápidas: buscar paciente, agregar evolución corta y generar receta. Si hay tiempo, abrir un archivo de migration o controller para mostrar 1 línea de código representativa.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en 30s: pedir feedback, proponer calendario corto (sprints) y facilitar contacto para acceso al repo o demo extendida.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Sistema de Gestión Clínica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Basado en Laravel - Presentación concisa (~5 min)</a:t>
            </a:r>
          </a:p>
          <a:p>
            <a:r>
              <a:t>Fecha: 2025-11-19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Qué es (30s)</a:t>
            </a:r>
          </a:p>
          <a:p>
            <a:pPr/>
            <a:r>
              <a:rPr sz="1800"/>
              <a:t>Cómo funciona (1:30)</a:t>
            </a:r>
          </a:p>
          <a:p>
            <a:pPr/>
            <a:r>
              <a:rPr sz="1800"/>
              <a:t>Características clave (1:00)</a:t>
            </a:r>
          </a:p>
          <a:p>
            <a:pPr/>
            <a:r>
              <a:rPr sz="1800"/>
              <a:t>Demo (1:00)</a:t>
            </a:r>
          </a:p>
          <a:p>
            <a:pPr/>
            <a:r>
              <a:rPr sz="1800"/>
              <a:t>Contacto (30s)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Qué es la página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Plataforma para gestionar pacientes, historiales y consultas clínicas.</a:t>
            </a:r>
          </a:p>
          <a:p>
            <a:pPr/>
            <a:r>
              <a:rPr sz="1800"/>
              <a:t>Centraliza datos (antecedentes, medicación, vacunas, familiares) por paciente.</a:t>
            </a:r>
          </a:p>
          <a:p>
            <a:pPr/>
            <a:r>
              <a:rPr sz="1800"/>
              <a:t>Facilita al profesional registrar evoluciones, diagnósticos y recetas rápidamente.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Cómo funciona (resumen)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Autenticación: usuarios con roles (profesional, admin, recepción).</a:t>
            </a:r>
          </a:p>
          <a:p>
            <a:pPr/>
            <a:r>
              <a:rPr sz="1800"/>
              <a:t>Flujo: Login → Dashboard → Buscar o crear paciente → Abrir o registrar consulta.</a:t>
            </a:r>
          </a:p>
          <a:p>
            <a:pPr/>
            <a:r>
              <a:rPr sz="1800"/>
              <a:t>Dentro de la consulta: agregar diagnóstico, evoluciones, examenes y generar receta imprimible.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Control de acceso: login, roles y permisos para limitar funciones según perfil.</a:t>
            </a:r>
          </a:p>
          <a:p>
            <a:pPr/>
            <a:r>
              <a:rPr sz="1800"/>
              <a:t>Modelos y relaciones: paciente ↔ consultas, consulta → receta/examenes, historial por paciente.</a:t>
            </a:r>
          </a:p>
          <a:p>
            <a:pPr/>
            <a:r>
              <a:rPr sz="1800"/>
              <a:t>Tecnología: Laravel para backend (migraciones, Eloquent), Blade + Tailwind para vistas rápidas.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pasos y contacto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Integrar APIs para notificaciones y sistemas de laboratorio (prioridad alta).</a:t>
            </a:r>
          </a:p>
          <a:p>
            <a:pPr/>
            <a:r>
              <a:rPr sz="1800"/>
              <a:t>Mejorar UI/UX y ampliar cobertura de tests automáticos antes del despliegue.</a:t>
            </a:r>
          </a:p>
          <a:p>
            <a:pPr/>
            <a:r>
              <a:rPr sz="1800"/>
              <a:t>Contacto: tu-email@example.com | Repo: GitHub (proporcionar link si se desea).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